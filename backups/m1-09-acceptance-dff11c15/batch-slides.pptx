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教师备注：参数名 name 区分大小写。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目录</a:t>
            </a:r>
          </a:p>
          <a:p>
            <a:r>
              <a:t>1. HTTP 会话</a:t>
            </a:r>
          </a:p>
          <a:p>
            <a:r>
              <a:t>2. Servlet 请求处理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Microsoft YaHei"/>
              </a:defRPr>
            </a:pPr>
            <a:r>
              <a:t>Servlet 请求处理</a:t>
            </a:r>
          </a:p>
          <a:p>
            <a:pPr>
              <a:defRPr sz="2600">
                <a:latin typeface="Microsoft YaHei"/>
              </a:defRPr>
            </a:pPr>
            <a:r>
              <a:t>request.getParameter("name") 读取参数。</a:t>
            </a:r>
          </a:p>
          <a:p>
            <a:pPr>
              <a:defRPr sz="2600">
                <a:latin typeface="Microsoft YaHei"/>
              </a:defRPr>
            </a:pPr>
            <a:r>
              <a:t>System.out.println("ok");</a:t>
            </a:r>
          </a:p>
          <a:p>
            <a:pPr>
              <a:defRPr sz="2600">
                <a:latin typeface="Microsoft YaHei"/>
              </a:defRPr>
            </a:pPr>
            <a:r>
              <a:t>响应状态码 404 表示资源未找到。</a:t>
            </a:r>
          </a:p>
        </p:txBody>
      </p:sp>
      <p:pic>
        <p:nvPicPr>
          <p:cNvPr id="3" name="Picture 2" descr="mix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97680"/>
            <a:ext cx="10972800" cy="23513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